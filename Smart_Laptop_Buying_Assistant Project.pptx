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73152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LAPTOP BUYING ASSISTANT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Learning-Based Laptop Price Prediction, Specification Evaluation and Usage Recommendation System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955"/>
            <a:ext cx="7315200" cy="134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</a:t>
            </a: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2403064 - Akanksha Salunkhe</a:t>
            </a:r>
            <a:endParaRPr lang="en-IN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2553006 - Diksha Suryavanshi</a:t>
            </a:r>
            <a:endParaRPr lang="en-IN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2553009 - Manali Sawant</a:t>
            </a:r>
            <a:endParaRPr lang="en-IN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2553014 - Pranoti Bauchkar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Computer Engineering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Year: 2026–2027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Selecting the right laptop is difficult due to numerous brands and hardware configurations.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prices vary according to processor, RAM, storage, graphics, and other specifications.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Buyers may struggle to identify laptops suitable for programming, gaming, or machine learning.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proposed system uses machine learning to support informed laptop-buying decisions.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provides price prediction, specification evaluation, and usage recommendations through a web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and Objectives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13255"/>
            <a:ext cx="3474720" cy="2567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laptop selection requires users to manually compare </a:t>
            </a:r>
            <a:r>
              <a:rPr lang="en-US" sz="16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prices and technical specifications. This can be time-consuming and makes it difficult to determine whether a laptop suits a particular workload.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0972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6304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laptop prices using a trained machine learning model.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laptop specifications on a 5-point scale.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 suitable and unsuitable usage categories.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detailed specifications and similar laptop options.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simple and user-friendly web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33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 User 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17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selects brand, processor, RAM, and operating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33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 Input Processing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417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validates the selected features and prepares the input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033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 ML Prediction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417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trained model estimates the laptop price.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4505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 Specification Analysis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3464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specification rating and buying verdict.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4505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 Usage Recommendations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83464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suitable and unsuitable workloads from specifications.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45059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 Result Display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83464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summary, specifications, recommendations, and similar laptops.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→ Data Processing → ML Model → Price Prediction &amp; Specification Analysis → Results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and Technologies Used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Description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brands, prices, and technical specifications. Important attributes: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 and laptop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 and CPU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 capacity and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capacity and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(Graphics Processing Unit)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size and resolution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and specification rating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Language: Python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Framework: Flask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Learning: scikit-learn and other training libraries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Processing: pandas and NumPy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Saving/Loading: joblib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Frontend: HTML and CSS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Environment: Visual Studio Code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Algorithms and Methodology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20624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Collection: obtain the dataset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Preprocessing: handle missing values, clean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Selection: identify relevant inputs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Training: regression for price and spec rating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Evaluation: use appropriate metrics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Saving: store trained model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Integration: connect model to Flask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Generation: show predictions and recommendations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0058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Algorithms and Techniques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371600"/>
            <a:ext cx="338328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Regression: predicts laptop prices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XGBoost: specification-rating experiment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Rule-Based: RAM, processor, and GPU suggest suitable workloads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31089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32004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566160"/>
            <a:ext cx="33832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Absolute Error (MAE)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Mean Squared Error (RMSE)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and Screenshots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 application built with Python and Flask.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Page: select laptop features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Summary: predicted price, rating, verdict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Specifications: processor, RAM, storage, GPU, display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Recommendations: recommended and not recommended workloads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Laptops: options for comparison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1965960" cy="1691640"/>
          </a:xfrm>
          <a:prstGeom prst="rect">
            <a:avLst/>
          </a:prstGeom>
          <a:solidFill>
            <a:srgbClr val="F5F8FA"/>
          </a:solidFill>
          <a:ln w="15875">
            <a:solidFill>
              <a:srgbClr val="2E86A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0" y="960120"/>
            <a:ext cx="19659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1965960" cy="1691640"/>
          </a:xfrm>
          <a:prstGeom prst="rect">
            <a:avLst/>
          </a:prstGeom>
          <a:solidFill>
            <a:srgbClr val="F5F8FA"/>
          </a:solidFill>
          <a:ln w="15875">
            <a:solidFill>
              <a:srgbClr val="2E86A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675120" y="960120"/>
            <a:ext cx="19659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788920"/>
            <a:ext cx="1965960" cy="1691640"/>
          </a:xfrm>
          <a:prstGeom prst="rect">
            <a:avLst/>
          </a:prstGeom>
          <a:solidFill>
            <a:srgbClr val="F5F8FA"/>
          </a:solidFill>
          <a:ln w="15875">
            <a:solidFill>
              <a:srgbClr val="2E86A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0" y="2788920"/>
            <a:ext cx="19659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specifications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1965960" cy="1691640"/>
          </a:xfrm>
          <a:prstGeom prst="rect">
            <a:avLst/>
          </a:prstGeom>
          <a:solidFill>
            <a:srgbClr val="F5F8FA"/>
          </a:solidFill>
          <a:ln w="15875">
            <a:solidFill>
              <a:srgbClr val="2E86A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675120" y="2788920"/>
            <a:ext cx="19659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200" dirty="0"/>
          </a:p>
        </p:txBody>
      </p:sp>
      <p:pic>
        <p:nvPicPr>
          <p:cNvPr id="15" name="Picture 14" descr="Screenshot 2026-10-10 2210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8030" y="932815"/>
            <a:ext cx="2049145" cy="1755775"/>
          </a:xfrm>
          <a:prstGeom prst="rect">
            <a:avLst/>
          </a:prstGeom>
        </p:spPr>
      </p:pic>
      <p:pic>
        <p:nvPicPr>
          <p:cNvPr id="16" name="Picture 15" descr="Screenshot 2026-10-10 2210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175" y="914400"/>
            <a:ext cx="2043430" cy="1758315"/>
          </a:xfrm>
          <a:prstGeom prst="rect">
            <a:avLst/>
          </a:prstGeom>
        </p:spPr>
      </p:pic>
      <p:pic>
        <p:nvPicPr>
          <p:cNvPr id="17" name="Picture 16" descr="Screenshot 2026-10-10 221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80" y="2775585"/>
            <a:ext cx="2049145" cy="1831975"/>
          </a:xfrm>
          <a:prstGeom prst="rect">
            <a:avLst/>
          </a:prstGeom>
        </p:spPr>
      </p:pic>
      <p:pic>
        <p:nvPicPr>
          <p:cNvPr id="18" name="Picture 17" descr="Screenshot 2026-10-10 2211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75" y="2776855"/>
            <a:ext cx="210312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Prediction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0.8637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28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2801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32588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₹12,817.77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18928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32588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₹21,613.12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8928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32588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0.7969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89280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7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spec rating R²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price model explains a substantial portion of price variation in the evaluation data.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and RMSE indicate the magnitude of prediction errors.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combines price estimation with specification analysis and usage recommendations.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Predictions depend on dataset quality and may differ from current market prices.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the specification-rating result against the final deployed model before presenting.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Advantages, Future Scope and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794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17320"/>
            <a:ext cx="25603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Simplifies laptop comparison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Estimates prices using 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Presents specs clearly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Workload-based recommendations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ML with an interactive web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6012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051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417320"/>
            <a:ext cx="256032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dataset with current prices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price and rating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filtering and more configurations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Benchmark-based recommendations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0515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417320"/>
            <a:ext cx="210312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and web technologies can support laptop purchasing decisions, combining price prediction, specification evaluation, recommendations, and comparison in one application.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Further improvements: updated datasets, better model evaluation, and enhanced recommendation techniques.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4799</Words>
  <Application>WPS Presentation</Application>
  <PresentationFormat>On-screen Show (16:9)</PresentationFormat>
  <Paragraphs>202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SALUNKHE AKANKSHA ARUN</cp:lastModifiedBy>
  <cp:revision>4</cp:revision>
  <dcterms:created xsi:type="dcterms:W3CDTF">2026-10-10T17:23:00Z</dcterms:created>
  <dcterms:modified xsi:type="dcterms:W3CDTF">2026-10-10T18:36:27Z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EC1C55CE8E694B77BDA1E66DA5F4DCFF_13</vt:lpwstr>
  </property>
  <property fmtid="{D5CDD505-2E9C-101B-9397-08002B2CF9AE}" pid="3" name="KSOProductBuildVer">
    <vt:lpwstr>1033-12.1.0.29162</vt:lpwstr>
  </property>
</Properties>
</file>